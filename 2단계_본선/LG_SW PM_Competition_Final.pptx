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5"/>
  </p:notesMasterIdLst>
  <p:sldIdLst>
    <p:sldId id="269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4D7575-5F05-4A06-96FA-DD382DC0BDEF}" type="datetimeFigureOut">
              <a:t>2026-08-25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ACB5DD-49C9-43B4-AB59-ABDA88E9714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645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77434-220B-CC0E-477E-0B2F958E1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8BBEEB-3399-1F56-FBE4-7CE513C75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D3AA87-A9AC-84F8-4955-00FB00B15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7E30C-4319-5753-06DD-8D722181EF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601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63ACA-9F76-EE24-7E3D-99D06F982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F510BB-E264-857C-DE66-C13D60626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8BCE37-CF54-FB63-3BB6-2520E8B95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F36F5-0B20-3626-3F1E-112A295056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3818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162F5-381C-659B-BCD4-1EC3F6DB1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A48A06-8F8B-3979-8A4C-8462677A2B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44FE02-DF80-E149-D9F3-E3AF0ADBD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A8350-DA86-4E01-0BBB-AD902D2742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2588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C68D4-3282-4C64-E255-136E1801E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09803C-E798-9481-AE29-469DFF4D1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025ECA-57EC-9A5A-2647-03220B04D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B5E04-B9AA-D9F1-54EF-B5C55CE0A1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24224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AFA27-79FF-F346-222A-54C4C4DFF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942D40-1BA2-27F6-499B-64E4B185B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20AFF4-AF91-9A0D-DCE9-0D81D234D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BE93C-28DD-DB68-5657-05FE1FC259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8777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065C6-D8C2-F5D0-17FD-8CB394C4D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2C0F73-BB85-AC57-2A0D-FC7D10351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030839-98FF-0422-B8AE-DF38F65BA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13375-4314-1A8C-F7CF-7EC356D9B4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87693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D1B7A-0062-09A1-3AEF-C082BAE0B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8EBF0A-7A3D-991B-5A7E-352197706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18D3DB-2F63-26DB-F988-C5A2F5E7A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36AFC-A5AD-CFCB-1A52-8AB299694C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58199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8F950-1AE2-58A0-1CBB-982A80F2D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50209C-B002-2E0E-79C7-98CB9DE91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590B9-E012-4F15-27E7-19749035A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E0426-3B17-7978-7A0D-9AFC8C1732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5522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6C168-43EE-B3D7-8D11-0FD4C16B0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1B9A3A-8F27-3240-6042-5FE61138D7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1AE9A1-7079-E07A-793C-130A8765E5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6EA21-24F4-22DA-0E73-DCE3613829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45968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E3975-5F1E-EC74-CC29-BECC1F78F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7319F3-B6E6-A65E-4016-3380A0C4D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D048FD-2D9E-1925-9D86-177853D48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DEDC1-7B3C-7C44-D3D9-99D70985A4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2846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176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11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167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05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612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461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11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926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289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130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193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878A47-8499-D5D7-CD58-E747A8E2622E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378450" y="63500"/>
            <a:ext cx="14668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LGE Internal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604F50-0DBE-721C-A855-0FA5573C9D2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24488" y="63500"/>
            <a:ext cx="13779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61198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3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00344" y="2215185"/>
            <a:ext cx="892884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6600" b="1" dirty="0">
                <a:solidFill>
                  <a:prstClr val="black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Final Stage</a:t>
            </a:r>
            <a:endParaRPr kumimoji="0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2.0 Regular" panose="020B0600000101010101" pitchFamily="50" charset="-127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94971" y="5209064"/>
            <a:ext cx="6156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rPr>
              <a:t>2026. 08. 26 ~ 08. 27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2.0 Regular" panose="020B0600000101010101" pitchFamily="50" charset="-127"/>
              <a:ea typeface="LG스마트체2.0 Regular" panose="020B0600000101010101" pitchFamily="50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8C2D1E0-0C01-C4F4-3DDE-D3535DEE0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67" y="93500"/>
            <a:ext cx="12192000" cy="1397000"/>
          </a:xfrm>
          <a:prstGeom prst="rect">
            <a:avLst/>
          </a:prstGeom>
        </p:spPr>
      </p:pic>
      <p:pic>
        <p:nvPicPr>
          <p:cNvPr id="8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F6B0D64F-3A51-1A4A-9722-1DA028AE3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102954" y="6263858"/>
            <a:ext cx="824060" cy="36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CF122B-2124-22EE-1D04-163F8A64414E}"/>
              </a:ext>
            </a:extLst>
          </p:cNvPr>
          <p:cNvSpPr txBox="1"/>
          <p:nvPr/>
        </p:nvSpPr>
        <p:spPr>
          <a:xfrm>
            <a:off x="1883803" y="3575087"/>
            <a:ext cx="89288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b="1" dirty="0">
                <a:solidFill>
                  <a:prstClr val="black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PM</a:t>
            </a:r>
            <a:r>
              <a:rPr lang="ko-KR" altLang="en-US" sz="4000" b="1" dirty="0">
                <a:solidFill>
                  <a:prstClr val="black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보호국 감독관이 되다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2.0 Regular" panose="020B0600000101010101" pitchFamily="50" charset="-127"/>
              <a:ea typeface="LG스마트체2.0 Regular" panose="020B0600000101010101" pitchFamily="50" charset="-127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C000"/>
          </a:solidFill>
          <a:ln w="12700">
            <a:solidFill>
              <a:srgbClr val="C400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88952" cy="308056"/>
          </a:xfrm>
          <a:prstGeom prst="rect">
            <a:avLst/>
          </a:prstGeom>
          <a:solidFill>
            <a:srgbClr val="FFC000"/>
          </a:solidFill>
          <a:ln w="12700">
            <a:solidFill>
              <a:srgbClr val="FFD4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Section Title</a:t>
            </a:r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097280" cy="0"/>
          </a:xfrm>
          <a:prstGeom prst="line">
            <a:avLst/>
          </a:prstGeom>
          <a:noFill/>
          <a:ln w="12700">
            <a:solidFill>
              <a:srgbClr val="C400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• Key message 1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• Key message 2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• Key message 3</a:t>
            </a:r>
          </a:p>
        </p:txBody>
      </p:sp>
      <p:sp>
        <p:nvSpPr>
          <p:cNvPr id="7" name="Shape 5"/>
          <p:cNvSpPr/>
          <p:nvPr/>
        </p:nvSpPr>
        <p:spPr>
          <a:xfrm>
            <a:off x="5760720" y="1280160"/>
            <a:ext cx="5577840" cy="3931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836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Content / Chart / Image Area</a:t>
            </a:r>
          </a:p>
        </p:txBody>
      </p:sp>
      <p:sp>
        <p:nvSpPr>
          <p:cNvPr id="9" name="Text 7"/>
          <p:cNvSpPr/>
          <p:nvPr/>
        </p:nvSpPr>
        <p:spPr>
          <a:xfrm>
            <a:off x="9875520" y="6126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LG SW PM Competition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496077-CA39-A786-0423-088870EBE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97565FE-3D41-BF0B-166B-801B663FD437}"/>
              </a:ext>
            </a:extLst>
          </p:cNvPr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C000"/>
          </a:solidFill>
          <a:ln w="12700">
            <a:solidFill>
              <a:srgbClr val="C4002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9142902-AF3E-5EF1-DF0C-CBC23C1B3B26}"/>
              </a:ext>
            </a:extLst>
          </p:cNvPr>
          <p:cNvSpPr/>
          <p:nvPr/>
        </p:nvSpPr>
        <p:spPr>
          <a:xfrm>
            <a:off x="0" y="6537960"/>
            <a:ext cx="12188952" cy="308056"/>
          </a:xfrm>
          <a:prstGeom prst="rect">
            <a:avLst/>
          </a:prstGeom>
          <a:solidFill>
            <a:srgbClr val="FFC000"/>
          </a:solidFill>
          <a:ln w="12700">
            <a:solidFill>
              <a:srgbClr val="FFD4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078E82D-2DA5-0306-6694-ECEF42D929E1}"/>
              </a:ext>
            </a:extLst>
          </p:cNvPr>
          <p:cNvSpPr/>
          <p:nvPr/>
        </p:nvSpPr>
        <p:spPr>
          <a:xfrm>
            <a:off x="54864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Section Title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C41D6CB-1974-1935-9F7E-F47D9A8D10D5}"/>
              </a:ext>
            </a:extLst>
          </p:cNvPr>
          <p:cNvSpPr/>
          <p:nvPr/>
        </p:nvSpPr>
        <p:spPr>
          <a:xfrm>
            <a:off x="548640" y="1005840"/>
            <a:ext cx="1097280" cy="0"/>
          </a:xfrm>
          <a:prstGeom prst="line">
            <a:avLst/>
          </a:prstGeom>
          <a:noFill/>
          <a:ln w="12700">
            <a:solidFill>
              <a:srgbClr val="C4002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B8890DA-693D-590E-D7D5-38C42A84A4A6}"/>
              </a:ext>
            </a:extLst>
          </p:cNvPr>
          <p:cNvSpPr/>
          <p:nvPr/>
        </p:nvSpPr>
        <p:spPr>
          <a:xfrm>
            <a:off x="731520" y="13716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Key message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Key message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Key message 3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B3F9C2F-2272-E604-6FA4-94722D7B8FB1}"/>
              </a:ext>
            </a:extLst>
          </p:cNvPr>
          <p:cNvSpPr/>
          <p:nvPr/>
        </p:nvSpPr>
        <p:spPr>
          <a:xfrm>
            <a:off x="5760720" y="1280160"/>
            <a:ext cx="5577840" cy="3931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632B1A7-F313-A2B1-97F8-6E5C89761A7D}"/>
              </a:ext>
            </a:extLst>
          </p:cNvPr>
          <p:cNvSpPr/>
          <p:nvPr/>
        </p:nvSpPr>
        <p:spPr>
          <a:xfrm>
            <a:off x="65836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/ Chart / Image Area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0005C0D-F26B-F3C9-C9A2-63E1E05962F1}"/>
              </a:ext>
            </a:extLst>
          </p:cNvPr>
          <p:cNvSpPr/>
          <p:nvPr/>
        </p:nvSpPr>
        <p:spPr>
          <a:xfrm>
            <a:off x="9875520" y="6126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LG SW PM Competition</a:t>
            </a:r>
          </a:p>
        </p:txBody>
      </p:sp>
    </p:spTree>
    <p:extLst>
      <p:ext uri="{BB962C8B-B14F-4D97-AF65-F5344CB8AC3E}">
        <p14:creationId xmlns:p14="http://schemas.microsoft.com/office/powerpoint/2010/main" val="218760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74460D-B1CE-DA7F-2770-7D63CA938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0712581-DBEA-BBDF-2A3F-427173763132}"/>
              </a:ext>
            </a:extLst>
          </p:cNvPr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C000"/>
          </a:solidFill>
          <a:ln w="12700">
            <a:solidFill>
              <a:srgbClr val="C4002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357FAAF-AE13-C00B-2659-C14713B07E33}"/>
              </a:ext>
            </a:extLst>
          </p:cNvPr>
          <p:cNvSpPr/>
          <p:nvPr/>
        </p:nvSpPr>
        <p:spPr>
          <a:xfrm>
            <a:off x="0" y="6537960"/>
            <a:ext cx="12188952" cy="308056"/>
          </a:xfrm>
          <a:prstGeom prst="rect">
            <a:avLst/>
          </a:prstGeom>
          <a:solidFill>
            <a:srgbClr val="FFC000"/>
          </a:solidFill>
          <a:ln w="12700">
            <a:solidFill>
              <a:srgbClr val="FFD4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E355D09-218B-1C73-54F6-9B8C55783164}"/>
              </a:ext>
            </a:extLst>
          </p:cNvPr>
          <p:cNvSpPr/>
          <p:nvPr/>
        </p:nvSpPr>
        <p:spPr>
          <a:xfrm>
            <a:off x="54864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Section Title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CB62342-1F43-F3AA-F1E6-23CDFC173C76}"/>
              </a:ext>
            </a:extLst>
          </p:cNvPr>
          <p:cNvSpPr/>
          <p:nvPr/>
        </p:nvSpPr>
        <p:spPr>
          <a:xfrm>
            <a:off x="548640" y="1005840"/>
            <a:ext cx="1097280" cy="0"/>
          </a:xfrm>
          <a:prstGeom prst="line">
            <a:avLst/>
          </a:prstGeom>
          <a:noFill/>
          <a:ln w="12700">
            <a:solidFill>
              <a:srgbClr val="C4002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4390768-F026-A21F-7D2E-391C29532B7E}"/>
              </a:ext>
            </a:extLst>
          </p:cNvPr>
          <p:cNvSpPr/>
          <p:nvPr/>
        </p:nvSpPr>
        <p:spPr>
          <a:xfrm>
            <a:off x="731520" y="13716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Key message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Key message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Key message 3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53B5E41-B9AA-E774-3896-C69CCBF57B88}"/>
              </a:ext>
            </a:extLst>
          </p:cNvPr>
          <p:cNvSpPr/>
          <p:nvPr/>
        </p:nvSpPr>
        <p:spPr>
          <a:xfrm>
            <a:off x="5760720" y="1280160"/>
            <a:ext cx="5577840" cy="3931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1F19848-BBB8-F493-8B4D-F6045D5968C7}"/>
              </a:ext>
            </a:extLst>
          </p:cNvPr>
          <p:cNvSpPr/>
          <p:nvPr/>
        </p:nvSpPr>
        <p:spPr>
          <a:xfrm>
            <a:off x="65836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/ Chart / Image Area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B8486C3-EE48-4CD4-76D8-183DA1C3E5E0}"/>
              </a:ext>
            </a:extLst>
          </p:cNvPr>
          <p:cNvSpPr/>
          <p:nvPr/>
        </p:nvSpPr>
        <p:spPr>
          <a:xfrm>
            <a:off x="9875520" y="6126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LG SW PM Competition</a:t>
            </a:r>
          </a:p>
        </p:txBody>
      </p:sp>
    </p:spTree>
    <p:extLst>
      <p:ext uri="{BB962C8B-B14F-4D97-AF65-F5344CB8AC3E}">
        <p14:creationId xmlns:p14="http://schemas.microsoft.com/office/powerpoint/2010/main" val="3866574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1D2A0E-4F2A-EEB1-0EA3-15B778D04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39B219-0CCB-77BF-F9E9-02EA27783781}"/>
              </a:ext>
            </a:extLst>
          </p:cNvPr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C000"/>
          </a:solidFill>
          <a:ln w="12700">
            <a:solidFill>
              <a:srgbClr val="C4002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AD97DF2-2C1C-3678-7409-CA93B6ABAEC9}"/>
              </a:ext>
            </a:extLst>
          </p:cNvPr>
          <p:cNvSpPr/>
          <p:nvPr/>
        </p:nvSpPr>
        <p:spPr>
          <a:xfrm>
            <a:off x="0" y="6537960"/>
            <a:ext cx="12188952" cy="308056"/>
          </a:xfrm>
          <a:prstGeom prst="rect">
            <a:avLst/>
          </a:prstGeom>
          <a:solidFill>
            <a:srgbClr val="FFC000"/>
          </a:solidFill>
          <a:ln w="12700">
            <a:solidFill>
              <a:srgbClr val="FFD4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C5C7569-4EC7-FC1A-F4ED-5FE09C01A732}"/>
              </a:ext>
            </a:extLst>
          </p:cNvPr>
          <p:cNvSpPr/>
          <p:nvPr/>
        </p:nvSpPr>
        <p:spPr>
          <a:xfrm>
            <a:off x="54864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Section Title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BAEE333-A3AB-B087-9836-7C5140F5D3DB}"/>
              </a:ext>
            </a:extLst>
          </p:cNvPr>
          <p:cNvSpPr/>
          <p:nvPr/>
        </p:nvSpPr>
        <p:spPr>
          <a:xfrm>
            <a:off x="548640" y="1005840"/>
            <a:ext cx="1097280" cy="0"/>
          </a:xfrm>
          <a:prstGeom prst="line">
            <a:avLst/>
          </a:prstGeom>
          <a:noFill/>
          <a:ln w="12700">
            <a:solidFill>
              <a:srgbClr val="C4002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F221DBF-E9E3-16BF-745C-C1446230C87E}"/>
              </a:ext>
            </a:extLst>
          </p:cNvPr>
          <p:cNvSpPr/>
          <p:nvPr/>
        </p:nvSpPr>
        <p:spPr>
          <a:xfrm>
            <a:off x="731520" y="13716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Key message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Key message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Key message 3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EE72F7D-B254-EA67-5EF7-44FF74B3E14D}"/>
              </a:ext>
            </a:extLst>
          </p:cNvPr>
          <p:cNvSpPr/>
          <p:nvPr/>
        </p:nvSpPr>
        <p:spPr>
          <a:xfrm>
            <a:off x="5760720" y="1280160"/>
            <a:ext cx="5577840" cy="3931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18F2C24-0C02-F82C-F31D-513D247EC24D}"/>
              </a:ext>
            </a:extLst>
          </p:cNvPr>
          <p:cNvSpPr/>
          <p:nvPr/>
        </p:nvSpPr>
        <p:spPr>
          <a:xfrm>
            <a:off x="65836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/ Chart / Image Area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79B816B-1757-39C0-57A7-DCD39BA4E5D9}"/>
              </a:ext>
            </a:extLst>
          </p:cNvPr>
          <p:cNvSpPr/>
          <p:nvPr/>
        </p:nvSpPr>
        <p:spPr>
          <a:xfrm>
            <a:off x="9875520" y="6126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LG SW PM Competition</a:t>
            </a:r>
          </a:p>
        </p:txBody>
      </p:sp>
    </p:spTree>
    <p:extLst>
      <p:ext uri="{BB962C8B-B14F-4D97-AF65-F5344CB8AC3E}">
        <p14:creationId xmlns:p14="http://schemas.microsoft.com/office/powerpoint/2010/main" val="2259261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92A04-0EC7-30B3-762B-5716586D7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663EAD6-CF4D-C4E5-AC63-B316A232A600}"/>
              </a:ext>
            </a:extLst>
          </p:cNvPr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C000"/>
          </a:solidFill>
          <a:ln w="12700">
            <a:solidFill>
              <a:srgbClr val="C4002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D448EF5-19F1-1436-C801-D352047668CD}"/>
              </a:ext>
            </a:extLst>
          </p:cNvPr>
          <p:cNvSpPr/>
          <p:nvPr/>
        </p:nvSpPr>
        <p:spPr>
          <a:xfrm>
            <a:off x="0" y="6537960"/>
            <a:ext cx="12188952" cy="308056"/>
          </a:xfrm>
          <a:prstGeom prst="rect">
            <a:avLst/>
          </a:prstGeom>
          <a:solidFill>
            <a:srgbClr val="FFC000"/>
          </a:solidFill>
          <a:ln w="12700">
            <a:solidFill>
              <a:srgbClr val="FFD4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5516D3C-F46D-33CA-3FBA-852098A46FAA}"/>
              </a:ext>
            </a:extLst>
          </p:cNvPr>
          <p:cNvSpPr/>
          <p:nvPr/>
        </p:nvSpPr>
        <p:spPr>
          <a:xfrm>
            <a:off x="54864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Section Title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6952517-1D06-B9EC-6ED9-D9E153D56C16}"/>
              </a:ext>
            </a:extLst>
          </p:cNvPr>
          <p:cNvSpPr/>
          <p:nvPr/>
        </p:nvSpPr>
        <p:spPr>
          <a:xfrm>
            <a:off x="548640" y="1005840"/>
            <a:ext cx="1097280" cy="0"/>
          </a:xfrm>
          <a:prstGeom prst="line">
            <a:avLst/>
          </a:prstGeom>
          <a:noFill/>
          <a:ln w="12700">
            <a:solidFill>
              <a:srgbClr val="C4002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5401EF6-80B4-7A4C-F6E9-5C8EB90DC82F}"/>
              </a:ext>
            </a:extLst>
          </p:cNvPr>
          <p:cNvSpPr/>
          <p:nvPr/>
        </p:nvSpPr>
        <p:spPr>
          <a:xfrm>
            <a:off x="731520" y="13716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Key message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Key message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Key message 3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6AE0D72-C0E0-A10D-4742-D2AD6FDCD5E3}"/>
              </a:ext>
            </a:extLst>
          </p:cNvPr>
          <p:cNvSpPr/>
          <p:nvPr/>
        </p:nvSpPr>
        <p:spPr>
          <a:xfrm>
            <a:off x="5760720" y="1280160"/>
            <a:ext cx="5577840" cy="3931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04D77DF-440C-4AAB-30F3-7D4CFDEDEE03}"/>
              </a:ext>
            </a:extLst>
          </p:cNvPr>
          <p:cNvSpPr/>
          <p:nvPr/>
        </p:nvSpPr>
        <p:spPr>
          <a:xfrm>
            <a:off x="65836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/ Chart / Image Area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0AEF58C-5F61-A8D6-109D-AA5EAA98C8CB}"/>
              </a:ext>
            </a:extLst>
          </p:cNvPr>
          <p:cNvSpPr/>
          <p:nvPr/>
        </p:nvSpPr>
        <p:spPr>
          <a:xfrm>
            <a:off x="9875520" y="6126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LG SW PM Competition</a:t>
            </a:r>
          </a:p>
        </p:txBody>
      </p:sp>
    </p:spTree>
    <p:extLst>
      <p:ext uri="{BB962C8B-B14F-4D97-AF65-F5344CB8AC3E}">
        <p14:creationId xmlns:p14="http://schemas.microsoft.com/office/powerpoint/2010/main" val="3383602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BBFF7C-2211-204B-EA6E-49AC334F8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45742CD-D15B-1477-7B3E-86C5345E779F}"/>
              </a:ext>
            </a:extLst>
          </p:cNvPr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C000"/>
          </a:solidFill>
          <a:ln w="12700">
            <a:solidFill>
              <a:srgbClr val="C4002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77AFF18-2528-5117-AD82-82A984B18307}"/>
              </a:ext>
            </a:extLst>
          </p:cNvPr>
          <p:cNvSpPr/>
          <p:nvPr/>
        </p:nvSpPr>
        <p:spPr>
          <a:xfrm>
            <a:off x="0" y="6537960"/>
            <a:ext cx="12188952" cy="308056"/>
          </a:xfrm>
          <a:prstGeom prst="rect">
            <a:avLst/>
          </a:prstGeom>
          <a:solidFill>
            <a:srgbClr val="FFC000"/>
          </a:solidFill>
          <a:ln w="12700">
            <a:solidFill>
              <a:srgbClr val="FFD4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EA29D00-0684-16A5-1650-44B49F72D2C9}"/>
              </a:ext>
            </a:extLst>
          </p:cNvPr>
          <p:cNvSpPr/>
          <p:nvPr/>
        </p:nvSpPr>
        <p:spPr>
          <a:xfrm>
            <a:off x="54864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Section Title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9AE6F0F-F081-C7C7-1E71-A4B4B984CB24}"/>
              </a:ext>
            </a:extLst>
          </p:cNvPr>
          <p:cNvSpPr/>
          <p:nvPr/>
        </p:nvSpPr>
        <p:spPr>
          <a:xfrm>
            <a:off x="548640" y="1005840"/>
            <a:ext cx="1097280" cy="0"/>
          </a:xfrm>
          <a:prstGeom prst="line">
            <a:avLst/>
          </a:prstGeom>
          <a:noFill/>
          <a:ln w="12700">
            <a:solidFill>
              <a:srgbClr val="C4002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C49212B-F98C-5BFA-E2A5-BE671651FFEE}"/>
              </a:ext>
            </a:extLst>
          </p:cNvPr>
          <p:cNvSpPr/>
          <p:nvPr/>
        </p:nvSpPr>
        <p:spPr>
          <a:xfrm>
            <a:off x="731520" y="13716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Key message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Key message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Key message 3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208E667-B182-7A88-3FFE-E4EB284AFF0A}"/>
              </a:ext>
            </a:extLst>
          </p:cNvPr>
          <p:cNvSpPr/>
          <p:nvPr/>
        </p:nvSpPr>
        <p:spPr>
          <a:xfrm>
            <a:off x="5760720" y="1280160"/>
            <a:ext cx="5577840" cy="3931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88B59F7-59F0-1A0D-8AB2-6929F5363DCA}"/>
              </a:ext>
            </a:extLst>
          </p:cNvPr>
          <p:cNvSpPr/>
          <p:nvPr/>
        </p:nvSpPr>
        <p:spPr>
          <a:xfrm>
            <a:off x="65836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/ Chart / Image Area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E415F51-A13E-F5FB-C0A4-DD224FECDD7E}"/>
              </a:ext>
            </a:extLst>
          </p:cNvPr>
          <p:cNvSpPr/>
          <p:nvPr/>
        </p:nvSpPr>
        <p:spPr>
          <a:xfrm>
            <a:off x="9875520" y="6126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LG SW PM Competition</a:t>
            </a:r>
          </a:p>
        </p:txBody>
      </p:sp>
    </p:spTree>
    <p:extLst>
      <p:ext uri="{BB962C8B-B14F-4D97-AF65-F5344CB8AC3E}">
        <p14:creationId xmlns:p14="http://schemas.microsoft.com/office/powerpoint/2010/main" val="3341087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0A38D5-1AC9-975F-FA2F-5193F5C03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C30CB41-7EE9-6FDF-02FF-F9F7D983887A}"/>
              </a:ext>
            </a:extLst>
          </p:cNvPr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C000"/>
          </a:solidFill>
          <a:ln w="12700">
            <a:solidFill>
              <a:srgbClr val="C4002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A880122-68E0-4291-94DE-612457003B76}"/>
              </a:ext>
            </a:extLst>
          </p:cNvPr>
          <p:cNvSpPr/>
          <p:nvPr/>
        </p:nvSpPr>
        <p:spPr>
          <a:xfrm>
            <a:off x="0" y="6537960"/>
            <a:ext cx="12188952" cy="308056"/>
          </a:xfrm>
          <a:prstGeom prst="rect">
            <a:avLst/>
          </a:prstGeom>
          <a:solidFill>
            <a:srgbClr val="FFC000"/>
          </a:solidFill>
          <a:ln w="12700">
            <a:solidFill>
              <a:srgbClr val="FFD4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29E2D7D-FC0D-562F-869E-EF968EB5C716}"/>
              </a:ext>
            </a:extLst>
          </p:cNvPr>
          <p:cNvSpPr/>
          <p:nvPr/>
        </p:nvSpPr>
        <p:spPr>
          <a:xfrm>
            <a:off x="54864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Section Title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A27C4F6-3A4A-92E8-553A-C1ACA62A8E92}"/>
              </a:ext>
            </a:extLst>
          </p:cNvPr>
          <p:cNvSpPr/>
          <p:nvPr/>
        </p:nvSpPr>
        <p:spPr>
          <a:xfrm>
            <a:off x="548640" y="1005840"/>
            <a:ext cx="1097280" cy="0"/>
          </a:xfrm>
          <a:prstGeom prst="line">
            <a:avLst/>
          </a:prstGeom>
          <a:noFill/>
          <a:ln w="12700">
            <a:solidFill>
              <a:srgbClr val="C4002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64593F7-DAFE-8AA2-CEDD-6EF1155BAE22}"/>
              </a:ext>
            </a:extLst>
          </p:cNvPr>
          <p:cNvSpPr/>
          <p:nvPr/>
        </p:nvSpPr>
        <p:spPr>
          <a:xfrm>
            <a:off x="731520" y="13716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Key message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Key message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Key message 3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970C09C-CA15-7C8E-4572-96C5F8FFF27F}"/>
              </a:ext>
            </a:extLst>
          </p:cNvPr>
          <p:cNvSpPr/>
          <p:nvPr/>
        </p:nvSpPr>
        <p:spPr>
          <a:xfrm>
            <a:off x="5760720" y="1280160"/>
            <a:ext cx="5577840" cy="3931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D03CB1C-1A4D-9A61-A4EC-B47141236F4B}"/>
              </a:ext>
            </a:extLst>
          </p:cNvPr>
          <p:cNvSpPr/>
          <p:nvPr/>
        </p:nvSpPr>
        <p:spPr>
          <a:xfrm>
            <a:off x="65836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/ Chart / Image Area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E039B1B-B8EA-47A5-B139-1C63F9170340}"/>
              </a:ext>
            </a:extLst>
          </p:cNvPr>
          <p:cNvSpPr/>
          <p:nvPr/>
        </p:nvSpPr>
        <p:spPr>
          <a:xfrm>
            <a:off x="9875520" y="6126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LG SW PM Competition</a:t>
            </a:r>
          </a:p>
        </p:txBody>
      </p:sp>
    </p:spTree>
    <p:extLst>
      <p:ext uri="{BB962C8B-B14F-4D97-AF65-F5344CB8AC3E}">
        <p14:creationId xmlns:p14="http://schemas.microsoft.com/office/powerpoint/2010/main" val="2620742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87B19E-6E94-6423-8CCC-5C5CD4798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D1EA975-C5E1-9326-A649-AB28126394B9}"/>
              </a:ext>
            </a:extLst>
          </p:cNvPr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C000"/>
          </a:solidFill>
          <a:ln w="12700">
            <a:solidFill>
              <a:srgbClr val="C4002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7437787-A50D-59EF-4C14-AF9BAC3427C4}"/>
              </a:ext>
            </a:extLst>
          </p:cNvPr>
          <p:cNvSpPr/>
          <p:nvPr/>
        </p:nvSpPr>
        <p:spPr>
          <a:xfrm>
            <a:off x="0" y="6537960"/>
            <a:ext cx="12188952" cy="308056"/>
          </a:xfrm>
          <a:prstGeom prst="rect">
            <a:avLst/>
          </a:prstGeom>
          <a:solidFill>
            <a:srgbClr val="FFC000"/>
          </a:solidFill>
          <a:ln w="12700">
            <a:solidFill>
              <a:srgbClr val="FFD4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59A01D0-A8E6-E3D4-BD52-7B18AA3BA418}"/>
              </a:ext>
            </a:extLst>
          </p:cNvPr>
          <p:cNvSpPr/>
          <p:nvPr/>
        </p:nvSpPr>
        <p:spPr>
          <a:xfrm>
            <a:off x="54864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Section Title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521A0AA-5BFA-C0D2-CBCC-221AA46080B9}"/>
              </a:ext>
            </a:extLst>
          </p:cNvPr>
          <p:cNvSpPr/>
          <p:nvPr/>
        </p:nvSpPr>
        <p:spPr>
          <a:xfrm>
            <a:off x="548640" y="1005840"/>
            <a:ext cx="1097280" cy="0"/>
          </a:xfrm>
          <a:prstGeom prst="line">
            <a:avLst/>
          </a:prstGeom>
          <a:noFill/>
          <a:ln w="12700">
            <a:solidFill>
              <a:srgbClr val="C4002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183FFF5-B870-CED6-07BC-E605E698EF8E}"/>
              </a:ext>
            </a:extLst>
          </p:cNvPr>
          <p:cNvSpPr/>
          <p:nvPr/>
        </p:nvSpPr>
        <p:spPr>
          <a:xfrm>
            <a:off x="731520" y="13716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Key message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Key message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Key message 3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ADD2701-70C2-80AB-24C1-066A63233947}"/>
              </a:ext>
            </a:extLst>
          </p:cNvPr>
          <p:cNvSpPr/>
          <p:nvPr/>
        </p:nvSpPr>
        <p:spPr>
          <a:xfrm>
            <a:off x="5760720" y="1280160"/>
            <a:ext cx="5577840" cy="3931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3805FE5-709D-2CE5-2335-915E5453EE44}"/>
              </a:ext>
            </a:extLst>
          </p:cNvPr>
          <p:cNvSpPr/>
          <p:nvPr/>
        </p:nvSpPr>
        <p:spPr>
          <a:xfrm>
            <a:off x="65836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/ Chart / Image Area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291CF7C-8813-5F5C-91BA-532977AB98A7}"/>
              </a:ext>
            </a:extLst>
          </p:cNvPr>
          <p:cNvSpPr/>
          <p:nvPr/>
        </p:nvSpPr>
        <p:spPr>
          <a:xfrm>
            <a:off x="9875520" y="6126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LG SW PM Competition</a:t>
            </a:r>
          </a:p>
        </p:txBody>
      </p:sp>
    </p:spTree>
    <p:extLst>
      <p:ext uri="{BB962C8B-B14F-4D97-AF65-F5344CB8AC3E}">
        <p14:creationId xmlns:p14="http://schemas.microsoft.com/office/powerpoint/2010/main" val="4277009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C7A2BC-AFE0-18AC-F254-9F333881F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7A02C01-B5B7-75D3-1FDA-3A23D85FA3A2}"/>
              </a:ext>
            </a:extLst>
          </p:cNvPr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C000"/>
          </a:solidFill>
          <a:ln w="12700">
            <a:solidFill>
              <a:srgbClr val="C4002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27EDC55-F5BC-5EF6-30E9-D351C8BA2492}"/>
              </a:ext>
            </a:extLst>
          </p:cNvPr>
          <p:cNvSpPr/>
          <p:nvPr/>
        </p:nvSpPr>
        <p:spPr>
          <a:xfrm>
            <a:off x="0" y="6537960"/>
            <a:ext cx="12188952" cy="308056"/>
          </a:xfrm>
          <a:prstGeom prst="rect">
            <a:avLst/>
          </a:prstGeom>
          <a:solidFill>
            <a:srgbClr val="FFC000"/>
          </a:solidFill>
          <a:ln w="12700">
            <a:solidFill>
              <a:srgbClr val="FFD4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F24CB81-83DC-5E8D-F26F-2EA92B5405AA}"/>
              </a:ext>
            </a:extLst>
          </p:cNvPr>
          <p:cNvSpPr/>
          <p:nvPr/>
        </p:nvSpPr>
        <p:spPr>
          <a:xfrm>
            <a:off x="54864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Section Title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5DFE9BC-0C7A-273E-F956-285CACAF600A}"/>
              </a:ext>
            </a:extLst>
          </p:cNvPr>
          <p:cNvSpPr/>
          <p:nvPr/>
        </p:nvSpPr>
        <p:spPr>
          <a:xfrm>
            <a:off x="548640" y="1005840"/>
            <a:ext cx="1097280" cy="0"/>
          </a:xfrm>
          <a:prstGeom prst="line">
            <a:avLst/>
          </a:prstGeom>
          <a:noFill/>
          <a:ln w="12700">
            <a:solidFill>
              <a:srgbClr val="C4002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D1CDC6B-BEB7-D25A-07D6-C046A7EC7EC6}"/>
              </a:ext>
            </a:extLst>
          </p:cNvPr>
          <p:cNvSpPr/>
          <p:nvPr/>
        </p:nvSpPr>
        <p:spPr>
          <a:xfrm>
            <a:off x="731520" y="13716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Key message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Key message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Key message 3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A498911-779B-001A-23B9-304F1BC600BB}"/>
              </a:ext>
            </a:extLst>
          </p:cNvPr>
          <p:cNvSpPr/>
          <p:nvPr/>
        </p:nvSpPr>
        <p:spPr>
          <a:xfrm>
            <a:off x="5760720" y="1280160"/>
            <a:ext cx="5577840" cy="3931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130168E-1A6A-1472-3FC0-26791CE7F564}"/>
              </a:ext>
            </a:extLst>
          </p:cNvPr>
          <p:cNvSpPr/>
          <p:nvPr/>
        </p:nvSpPr>
        <p:spPr>
          <a:xfrm>
            <a:off x="65836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/ Chart / Image Area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8B1B295-6F32-22ED-C7ED-8C9212BE7FD9}"/>
              </a:ext>
            </a:extLst>
          </p:cNvPr>
          <p:cNvSpPr/>
          <p:nvPr/>
        </p:nvSpPr>
        <p:spPr>
          <a:xfrm>
            <a:off x="9875520" y="6126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LG SW PM Competition</a:t>
            </a:r>
          </a:p>
        </p:txBody>
      </p:sp>
    </p:spTree>
    <p:extLst>
      <p:ext uri="{BB962C8B-B14F-4D97-AF65-F5344CB8AC3E}">
        <p14:creationId xmlns:p14="http://schemas.microsoft.com/office/powerpoint/2010/main" val="1304841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DBAA90-17D3-CCA1-C640-537040FC7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849CCDD-BAD3-3CB9-939C-10DAD3347FA2}"/>
              </a:ext>
            </a:extLst>
          </p:cNvPr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C000"/>
          </a:solidFill>
          <a:ln w="12700">
            <a:solidFill>
              <a:srgbClr val="C4002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336D3CE-2A3E-9D65-4941-192B01A41E10}"/>
              </a:ext>
            </a:extLst>
          </p:cNvPr>
          <p:cNvSpPr/>
          <p:nvPr/>
        </p:nvSpPr>
        <p:spPr>
          <a:xfrm>
            <a:off x="0" y="6537960"/>
            <a:ext cx="12188952" cy="308056"/>
          </a:xfrm>
          <a:prstGeom prst="rect">
            <a:avLst/>
          </a:prstGeom>
          <a:solidFill>
            <a:srgbClr val="FFC000"/>
          </a:solidFill>
          <a:ln w="12700">
            <a:solidFill>
              <a:srgbClr val="FFD4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F718D66-0CA6-1116-DB6E-31F2D0AB4A28}"/>
              </a:ext>
            </a:extLst>
          </p:cNvPr>
          <p:cNvSpPr/>
          <p:nvPr/>
        </p:nvSpPr>
        <p:spPr>
          <a:xfrm>
            <a:off x="54864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Section Title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117CBD5-F7A7-3EAB-71AF-6BE8AB757FB6}"/>
              </a:ext>
            </a:extLst>
          </p:cNvPr>
          <p:cNvSpPr/>
          <p:nvPr/>
        </p:nvSpPr>
        <p:spPr>
          <a:xfrm>
            <a:off x="548640" y="1005840"/>
            <a:ext cx="1097280" cy="0"/>
          </a:xfrm>
          <a:prstGeom prst="line">
            <a:avLst/>
          </a:prstGeom>
          <a:noFill/>
          <a:ln w="12700">
            <a:solidFill>
              <a:srgbClr val="C4002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6DDFC61-FF5D-029C-2B09-415480F9B6D9}"/>
              </a:ext>
            </a:extLst>
          </p:cNvPr>
          <p:cNvSpPr/>
          <p:nvPr/>
        </p:nvSpPr>
        <p:spPr>
          <a:xfrm>
            <a:off x="731520" y="13716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Key message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Key message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Key message 3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2BB35C8-2093-E3AF-DC9D-CF3AE965FC2A}"/>
              </a:ext>
            </a:extLst>
          </p:cNvPr>
          <p:cNvSpPr/>
          <p:nvPr/>
        </p:nvSpPr>
        <p:spPr>
          <a:xfrm>
            <a:off x="5760720" y="1280160"/>
            <a:ext cx="5577840" cy="3931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E13A251-3468-51E8-5B3B-BF508A15DDAA}"/>
              </a:ext>
            </a:extLst>
          </p:cNvPr>
          <p:cNvSpPr/>
          <p:nvPr/>
        </p:nvSpPr>
        <p:spPr>
          <a:xfrm>
            <a:off x="65836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/ Chart / Image Area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7184F40-835A-729C-68FC-5B354AFF7EB3}"/>
              </a:ext>
            </a:extLst>
          </p:cNvPr>
          <p:cNvSpPr/>
          <p:nvPr/>
        </p:nvSpPr>
        <p:spPr>
          <a:xfrm>
            <a:off x="9875520" y="6126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LG SW PM Competition</a:t>
            </a:r>
          </a:p>
        </p:txBody>
      </p:sp>
    </p:spTree>
    <p:extLst>
      <p:ext uri="{BB962C8B-B14F-4D97-AF65-F5344CB8AC3E}">
        <p14:creationId xmlns:p14="http://schemas.microsoft.com/office/powerpoint/2010/main" val="1069427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1E0C17-ACB5-C793-C8C4-041569F38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3AD573-B564-B902-2DC9-F8D2EE1BC532}"/>
              </a:ext>
            </a:extLst>
          </p:cNvPr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C000"/>
          </a:solidFill>
          <a:ln w="12700">
            <a:solidFill>
              <a:srgbClr val="C4002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D96DB8F-05BF-1445-08E6-14E4C4E87269}"/>
              </a:ext>
            </a:extLst>
          </p:cNvPr>
          <p:cNvSpPr/>
          <p:nvPr/>
        </p:nvSpPr>
        <p:spPr>
          <a:xfrm>
            <a:off x="0" y="6537960"/>
            <a:ext cx="12188952" cy="308056"/>
          </a:xfrm>
          <a:prstGeom prst="rect">
            <a:avLst/>
          </a:prstGeom>
          <a:solidFill>
            <a:srgbClr val="FFC000"/>
          </a:solidFill>
          <a:ln w="12700">
            <a:solidFill>
              <a:srgbClr val="FFD4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8C7C3C2-01FE-DADC-896D-756782AB14B9}"/>
              </a:ext>
            </a:extLst>
          </p:cNvPr>
          <p:cNvSpPr/>
          <p:nvPr/>
        </p:nvSpPr>
        <p:spPr>
          <a:xfrm>
            <a:off x="54864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Section Title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0FB40EF-522F-CE22-0BE7-2404CEA98949}"/>
              </a:ext>
            </a:extLst>
          </p:cNvPr>
          <p:cNvSpPr/>
          <p:nvPr/>
        </p:nvSpPr>
        <p:spPr>
          <a:xfrm>
            <a:off x="548640" y="1005840"/>
            <a:ext cx="1097280" cy="0"/>
          </a:xfrm>
          <a:prstGeom prst="line">
            <a:avLst/>
          </a:prstGeom>
          <a:noFill/>
          <a:ln w="12700">
            <a:solidFill>
              <a:srgbClr val="C4002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8EB53AD-FBF2-0D46-7296-97F41D390101}"/>
              </a:ext>
            </a:extLst>
          </p:cNvPr>
          <p:cNvSpPr/>
          <p:nvPr/>
        </p:nvSpPr>
        <p:spPr>
          <a:xfrm>
            <a:off x="731520" y="13716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Key message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Key message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Key message 3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0869C85-63C5-790F-0CE4-B6B0CDF25D41}"/>
              </a:ext>
            </a:extLst>
          </p:cNvPr>
          <p:cNvSpPr/>
          <p:nvPr/>
        </p:nvSpPr>
        <p:spPr>
          <a:xfrm>
            <a:off x="5760720" y="1280160"/>
            <a:ext cx="5577840" cy="3931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453424C-AC07-30CC-3AAE-297E1F0354D8}"/>
              </a:ext>
            </a:extLst>
          </p:cNvPr>
          <p:cNvSpPr/>
          <p:nvPr/>
        </p:nvSpPr>
        <p:spPr>
          <a:xfrm>
            <a:off x="65836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/ Chart / Image Area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F3E0CB6-5633-5E62-86A0-E56E8A3F0838}"/>
              </a:ext>
            </a:extLst>
          </p:cNvPr>
          <p:cNvSpPr/>
          <p:nvPr/>
        </p:nvSpPr>
        <p:spPr>
          <a:xfrm>
            <a:off x="9875520" y="6126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LG SW PM Competition</a:t>
            </a:r>
          </a:p>
        </p:txBody>
      </p:sp>
    </p:spTree>
    <p:extLst>
      <p:ext uri="{BB962C8B-B14F-4D97-AF65-F5344CB8AC3E}">
        <p14:creationId xmlns:p14="http://schemas.microsoft.com/office/powerpoint/2010/main" val="3092641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c6ed9fc-fefc-4a0c-a6d6-10cf236c0d4f}" enabled="1" method="Standard" siteId="{5069cde4-642a-45c0-8094-d0c2dec10be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290</Words>
  <Application>Microsoft Office PowerPoint</Application>
  <PresentationFormat>와이드스크린</PresentationFormat>
  <Paragraphs>80</Paragraphs>
  <Slides>12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LG스마트체2.0 Regular</vt:lpstr>
      <vt:lpstr>Aptos</vt:lpstr>
      <vt:lpstr>Arial</vt:lpstr>
      <vt:lpstr>Calibri</vt:lpstr>
      <vt:lpstr>Office Theme</vt:lpstr>
      <vt:lpstr>1_Office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LG SW PM Competition Template</dc:subject>
  <dc:creator>진명숙/책임/SW공학(연)SW역량강화팀</dc:creator>
  <cp:lastModifiedBy>진명숙/책임/SW공학(연)SW역량강화팀</cp:lastModifiedBy>
  <cp:revision>14</cp:revision>
  <dcterms:created xsi:type="dcterms:W3CDTF">2026-08-24T23:18:01Z</dcterms:created>
  <dcterms:modified xsi:type="dcterms:W3CDTF">2026-08-25T00:21:48Z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Theme:3</vt:lpwstr>
  </property>
  <property fmtid="{D5CDD505-2E9C-101B-9397-08002B2CF9AE}" pid="3" name="ClassificationContentMarkingHeaderText">
    <vt:lpwstr>LGE Internal Use Only</vt:lpwstr>
  </property>
</Properties>
</file>